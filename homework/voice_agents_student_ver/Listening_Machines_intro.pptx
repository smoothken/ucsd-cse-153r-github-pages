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37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personal intro. I'm Amir Ivry, incoming to Carnegie Mellon's Language Technologies Institute to work with Prof. Shinji Watanabe. My research is trustworthiness in voice agents — spanning interpretability (understanding how they reason), safety, and security. The QR code and link go to my website for papers and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mir-ivry.github.io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LECTURER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Amir Ivry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2803" y="1826401"/>
            <a:ext cx="603504" cy="603504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51" y="1981849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0043" y="1808113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my postdoc in Carnegie Mellon University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20043" y="2164729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Technologies Institute · with Prof. Shinji Watanabe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2803" y="2759089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01600" dist="25400" dir="5400000" algn="bl" rotWithShape="0">
              <a:srgbClr val="14B8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51" y="2914537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0043" y="2740801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t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rustworthiness in voice agents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20043" y="3097417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understanding their reasoning to improving their safety &amp; security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4652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SITE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20840" y="1316736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0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499616"/>
            <a:ext cx="1828800" cy="1828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730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amir-ivry.github.io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</Words>
  <Application>Microsoft Office PowerPoint</Application>
  <PresentationFormat>On-screen Show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Listening Machines — module preview</dc:title>
  <dc:subject>PptxGenJS Presentation</dc:subject>
  <dc:creator>Amir Ivry</dc:creator>
  <cp:lastModifiedBy>Amir Ivry</cp:lastModifiedBy>
  <cp:revision>8</cp:revision>
  <dcterms:created xsi:type="dcterms:W3CDTF">2026-06-26T22:03:37Z</dcterms:created>
  <dcterms:modified xsi:type="dcterms:W3CDTF">2026-06-26T22:08:12Z</dcterms:modified>
</cp:coreProperties>
</file>